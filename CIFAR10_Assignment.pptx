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02920"/>
            <a:ext cx="23774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ASSIGNMENT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Image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OpenCV &amp; Deep Learning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41148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91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CNN + OpenCV to classify Airplanes, Cats &amp; Dogs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389120"/>
            <a:ext cx="1920240" cy="4114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89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TensorFlow / Keras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4389120"/>
            <a:ext cx="1920240" cy="4114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4389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OpenCV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4389120"/>
            <a:ext cx="1920240" cy="4114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389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NumPy &amp; Matplotlib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4389120"/>
            <a:ext cx="1920240" cy="4114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389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What Is This Assignment About?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assignment, we build a smart image recognition system from scratch. We teach a computer to look at a photo and tell us: Is this an Airplane, a Cat, or a Dog?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6060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📂 Load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real-world images from the CIFAR-10 dataset — 60,000 coloured images across 10 categories.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828800"/>
            <a:ext cx="260604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🧹 Preprocess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OpenCV to resize, fix colours, and normalize images so the model can understand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828800"/>
            <a:ext cx="260604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Train a CNN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train a Convolutional Neural Network — a special AI model that 'sees' patterns in images.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✅  Final goal: Show how well the model works using accuracy, confusion matrix &amp; visual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🛠️  Tools &amp; Libraries We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2350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👁️  OpenCV (cv2)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computer vision library. We use it to resize images and fix color channels.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73152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097280"/>
            <a:ext cx="2350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🤖  TensorFlow / Keras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46304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deep learning framework. We use it to build, train and evaluate our CNN model.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73152" cy="1645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097280"/>
            <a:ext cx="2350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🔢  NumPy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46304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arrays of numbers. All images are stored as NumPy arrays of pixel values.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73152" cy="1645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17520"/>
            <a:ext cx="2350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📊  Matplotlib &amp; Seaborn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38328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plotting libraries. Used to display images, training graphs, and the confusion matrix.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73152" cy="1645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017520"/>
            <a:ext cx="2350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📐  Scikit-learn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38328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train/validation split, confusion matrix, precision, recall &amp; F1 score calculations.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📦  The CIFAR-10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What is CIFAR-10?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is a famous dataset of 60,000 small colour images (32×32 pixels each), divided into 10 different categories such as cars, birds, ships, etc.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huge photo album with labeled pictures. We only use 3 out of the 10 categories for this assignment.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1783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</a:rPr>
              <a:t>60,000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846320" y="16642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005840"/>
            <a:ext cx="1783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143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</a:rPr>
              <a:t>50,000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0" y="16642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Training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1783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514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</a:rPr>
              <a:t>10,000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3035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Test Images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2377440"/>
            <a:ext cx="1783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514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3035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Classes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 Classes Selected for This Assignment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✈️  Airplane  (Class 0)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🐱  Cat  (Class 3)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🐶  Dog  (Class 5)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🧹  Data Preprocessing with OpenCV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</a:rPr>
              <a:t>Raw images can't go directly into the model — we need to clean and prepare them first. Here's what OpenCV does: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🔍 Resize Images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Original CIFAR-10 images are 32×32 pixels. We resize them to 64×64 pixels using cv2.resize(). Bigger size = more detail for the model to learn from.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🎨 Fix Colour Channels (BGR → RGB)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OpenCV loads images in BGR order (Blue-Green-Red) but our model expects RGB (Red-Green-Blue). We use cv2.cvtColor() to swap the order.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📏 Normalize Pixel Values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566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Each pixel has a value from 0 to 255. We divide by 255 so values become 0.0 to 1.0. This helps the model learn faster and more accurately.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🔀 One-Hot Encoding Labels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434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We convert class numbers (0, 1, 2) into vectors like [1,0,0], [0,1,0], [0,0,1] so the model can calculate error properly.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✂️  Splitting the Data: Train / Validation / Test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</a:rPr>
              <a:t>Before training, we split our data into 3 groups. Think of it like studying for an exam: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📚  Training 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65C0"/>
                </a:solidFill>
              </a:rPr>
              <a:t>64%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data the model actually learns from — like reading your textbook before the exam.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 Validation 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</a:rPr>
              <a:t>16%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training to check how well the model is doing — like practice tests to tune performance.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 Test 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</a:rPr>
              <a:t>20%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172200" y="283464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unseen data used ONLY at the end to get the final accuracy score — the real exam!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💡  train_test_split(test_size=0.2) from Scikit-learn splits 80% train, 20% validation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🧠  The CNN Model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A Convolutional Neural Network (CNN) is a special kind of AI designed for images. It learns to spot edges, shapes, and textures — just like how our eyes work!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356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Input Image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143560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64×64×3 (height × width × 3 colors)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8503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56232"/>
            <a:ext cx="6400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745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Conv2D (32 filters) + ReLU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Finds simple patterns like edges and corners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95144"/>
            <a:ext cx="64008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3134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MaxPooling2D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3134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Shrinks the image, keeps the most important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34056"/>
            <a:ext cx="8503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34056"/>
            <a:ext cx="6400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7523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Conv2D (64 filters) + ReLU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75234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Finds more complex shapes and textures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72968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72968"/>
            <a:ext cx="64008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MaxPooling2D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19125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Reduces size again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11880"/>
            <a:ext cx="8503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11880"/>
            <a:ext cx="6400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630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Conv2D (128 filters) + ReLU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6301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Detects high-level features like 'fur' or 'wings'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50792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050792"/>
            <a:ext cx="64008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40690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Flatten + Dense(128) + Dropout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29000" y="406908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Flattens to a 1D list; fully-connected layer decides class; Dropout prevents memorization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489704"/>
            <a:ext cx="8503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489704"/>
            <a:ext cx="64008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45079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Output Dense(3) + Softmax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45079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→  Gives probabilities for Airplane / Cat / Dog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🏋️  Training the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How does training work?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the process where the model looks at thousands of images, makes a guess, and then corrects its mistakes — over and over again.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full pass through all training data is called an Epoch. We run 10 epochs.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Key Training Settings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417320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4538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Optimizer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4538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Adam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6592" y="1828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Automatically adjusts the learning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313432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313432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3500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Loss Function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3500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Categorical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CrossEntropy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27249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Measures how wrong the predictions 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954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209544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Epochs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36210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Number of full training passes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410565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4105656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41422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1422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32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36592" y="45171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How many images shown at once per step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393192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📈 What Happens Each Epoch?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1. Model sees 32 images at a time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2. Predicts the class (Airplane / Cat / Dog)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3. Compares prediction to the correct answer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4. Adjusts its internal weights to do better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5. Repeats until all training images are seen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Evaluating the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</a:rPr>
              <a:t>After training, we measure how well the model actually performs on images it has NEVER seen before.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0690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predictions made, what percentage were correct?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92 out of 100 are right → 92% accuracy.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406908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Precision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 'this is a Cat', how often is it actually a Cat? High precision = fewer false alarms.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00400"/>
            <a:ext cx="406908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🔁 Recall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real Cats in the test set, how many did the model correctly identify? High recall = fewer misses.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406908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200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F1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balanced average of Precision and Recall. Great when you care about both catching every case AND being accurate.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💡  We use classification_report() from Scikit-learn to see all these metrics at once for each class.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🔲  The Confusion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What is a Confusion Matrix?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is a table that shows us exactly WHERE the model gets confused.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what the image ACTUALLY 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= what the model PREDICTED.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(top-left to bottom-right) shows correct predictions. Everything else is a mistake.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1005840" cy="896112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0584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1005840" cy="896112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00584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Pred: Airplane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1005840"/>
            <a:ext cx="1005840" cy="896112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00584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Pred: Cat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09560" y="1005840"/>
            <a:ext cx="1005840" cy="896112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00584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Pred: Dog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1005840" cy="896112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6596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Act: Airplane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06440" y="1965960"/>
            <a:ext cx="1005840" cy="896112"/>
          </a:xfrm>
          <a:prstGeom prst="rect">
            <a:avLst/>
          </a:prstGeom>
          <a:solidFill>
            <a:srgbClr val="06D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96596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950 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965960"/>
            <a:ext cx="1005840" cy="896112"/>
          </a:xfrm>
          <a:prstGeom prst="rect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96596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 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09560" y="1965960"/>
            <a:ext cx="1005840" cy="896112"/>
          </a:xfrm>
          <a:prstGeom prst="rect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196596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1005840" cy="896112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2608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Act: Cat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2926080"/>
            <a:ext cx="1005840" cy="896112"/>
          </a:xfrm>
          <a:prstGeom prst="rect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92608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926080"/>
            <a:ext cx="1005840" cy="896112"/>
          </a:xfrm>
          <a:prstGeom prst="rect">
            <a:avLst/>
          </a:prstGeom>
          <a:solidFill>
            <a:srgbClr val="06D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92608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870 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09560" y="2926080"/>
            <a:ext cx="1005840" cy="896112"/>
          </a:xfrm>
          <a:prstGeom prst="rect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292608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115 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886200"/>
            <a:ext cx="1005840" cy="896112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88620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Act: Dog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3886200"/>
            <a:ext cx="1005840" cy="896112"/>
          </a:xfrm>
          <a:prstGeom prst="rect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388620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3886200"/>
            <a:ext cx="1005840" cy="896112"/>
          </a:xfrm>
          <a:prstGeom prst="rect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88620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90 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09560" y="3886200"/>
            <a:ext cx="1005840" cy="896112"/>
          </a:xfrm>
          <a:prstGeom prst="rect">
            <a:avLst/>
          </a:prstGeom>
          <a:solidFill>
            <a:srgbClr val="06D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388620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900 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* Numbers above are illustrative examples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79476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8404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🐍 Python code: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= confusion_matrix(y_true, y_pred_classes)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sns.heatmap(cm, annot=True, fmt='d')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🖼️  Displaying Visual Predictions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notebook, we display 6 test images side-by-side and show both the actual label and what the model predicted. This makes it easy to visually see where the model succeeded or made mistakes.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371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Actual: Airplane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Pred: Airplane 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783080"/>
            <a:ext cx="1371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Actual: Cat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Pred: Cat 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783080"/>
            <a:ext cx="1371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8096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Actual: Dog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Pred: Cat 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29000"/>
            <a:ext cx="1371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29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01168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Actual: Airplane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Pred: Airplane 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3375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429000"/>
            <a:ext cx="1371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429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84632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Actual: Dog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Pred: Dog 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3375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429000"/>
            <a:ext cx="1371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429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68096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Actual: Cat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Pred: Dog 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✅ Green = Correct prediction   ❌ Red = Wrong prediction — model confused similar-looking animals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Step-by-Step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57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914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Import Libraries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152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Load OpenCV, TensorFlow, NumPy, Matplotlib, Seaborn, Scikit-learn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81912"/>
            <a:ext cx="45720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5819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Load CIFAR-10 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196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Download 60,000 images split into train and test sets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457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249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Select 3 Classes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48716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Filter only Airplane (0), Cat (3), Dog (5) and remap to 0/1/2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16936"/>
            <a:ext cx="45720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916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Train-Validation 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1546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Split training data: 80% train, 20% validation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584448"/>
            <a:ext cx="4572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OpenCV Preprocessing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8221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Resize to 64×64, fix BGR→RGB colors, normalize 0–1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51960"/>
            <a:ext cx="457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One-Hot Encode Labels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4897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Convert class numbers to vectors using to_categorical()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914400"/>
            <a:ext cx="45720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914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Build CNN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1152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3× Conv2D + MaxPooling → Flatten → Dense → Dropout → Output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581912"/>
            <a:ext cx="457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15819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Train the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18196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Fit on training data for 10 epochs, batch_size=32, Adam optimizer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249424"/>
            <a:ext cx="4572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2249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Evaluate Accuracy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248716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Run on test set; calculate loss, accuracy, predictions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916936"/>
            <a:ext cx="45720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2916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1546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Plot heatmap to see where model gets confused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584448"/>
            <a:ext cx="457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Precision &amp; Recall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9240" y="38221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Use classification_report() for detailed per-class metrics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00600" y="4251960"/>
            <a:ext cx="4572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4924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Show Predictions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44897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Display 6 test images with actual vs predicted labels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57200"/>
            <a:ext cx="182880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to load and explore a real-world image dataset (CIFAR-10)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OpenCV helps prepare images before feeding them to a model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7523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Convolutional Neural Networks learn to recognise images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2826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to measure model quality using accuracy, precision, recall &amp; confusion matrix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8130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to visualise predictions to understand model behaviour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7772400" cy="457200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This project is a complete end-to-end introduction to Image Classification with Deep Learning!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CIFAR-10 Image Classification with OpenCV &amp; CNN</dc:title>
  <dc:subject>PptxGenJS Presentation</dc:subject>
  <dc:creator>PptxGenJS</dc:creator>
  <cp:lastModifiedBy>PptxGenJS</cp:lastModifiedBy>
  <cp:revision>1</cp:revision>
  <dcterms:created xsi:type="dcterms:W3CDTF">2026-04-16T16:39:32Z</dcterms:created>
  <dcterms:modified xsi:type="dcterms:W3CDTF">2026-04-16T16:39:32Z</dcterms:modified>
</cp:coreProperties>
</file>